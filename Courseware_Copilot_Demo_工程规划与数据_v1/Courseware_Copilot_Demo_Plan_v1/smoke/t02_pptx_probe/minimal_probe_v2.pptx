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sz="3200" b="1">
                <a:solidFill>
                  <a:srgbClr val="1F2937"/>
                </a:solidFill>
              </a:rPr>
              <a:t>STM32中断基础与优先级判断</a:t>
            </a:r>
            <a:endParaRPr lang="zh-CN" sz="3200" b="1">
              <a:solidFill>
                <a:srgbClr val="1F2937"/>
              </a:solidFill>
            </a:endParaRPr>
          </a:p>
        </p:txBody>
      </p:sp>
      <p:sp>
        <p:nvSpPr>
          <p:cNvPr id="3" name="正文"/>
          <p:cNvSpPr txBox="1"/>
          <p:nvPr/>
        </p:nvSpPr>
        <p:spPr>
          <a:xfrm>
            <a:off x="695325" y="1844675"/>
            <a:ext cx="10515600" cy="4200000"/>
          </a:xfrm>
          <a:prstGeom prst="rect">
            <a:avLst/>
          </a:prstGeom>
        </p:spPr>
        <p:txBody>
          <a:bodyPr/>
          <a:lstStyle/>
          <a:p>
            <a:r>
              <a:rPr lang="zh-CN" sz="2400">
                <a:solidFill>
                  <a:srgbClr val="111827"/>
                </a:solidFill>
              </a:rPr>
              <a:t>1. 挂起状态与活动状态的区分</a:t>
            </a:r>
            <a:endParaRPr lang="zh-CN" sz="2400">
              <a:solidFill>
                <a:srgbClr val="111827"/>
              </a:solidFill>
            </a:endParaRPr>
          </a:p>
          <a:p>
            <a:r>
              <a:rPr lang="zh-CN" sz="2400">
                <a:solidFill>
                  <a:srgbClr val="111827"/>
                </a:solidFill>
              </a:rPr>
              <a:t>2. 优先级数值与紧迫性的关系</a:t>
            </a:r>
            <a:endParaRPr lang="zh-CN" sz="2400">
              <a:solidFill>
                <a:srgbClr val="111827"/>
              </a:solidFill>
            </a:endParaRPr>
          </a:p>
          <a:p>
            <a:r>
              <a:rPr lang="zh-CN" sz="2400">
                <a:solidFill>
                  <a:srgbClr val="111827"/>
                </a:solidFill>
              </a:rPr>
              <a:t>3. 抢占优先级与子优先级字段的作用</a:t>
            </a:r>
            <a:endParaRPr lang="zh-CN" sz="2400">
              <a:solidFill>
                <a:srgbClr val="111827"/>
              </a:solidFill>
            </a:endParaRPr>
          </a:p>
          <a:p>
            <a:r>
              <a:rPr lang="zh-CN" sz="2400">
                <a:solidFill>
                  <a:srgbClr val="111827"/>
                </a:solidFill>
              </a:rPr>
              <a:t>4. 通过</a:t>
            </a:r>
            <a:r>
              <a:rPr lang="en-US" altLang="zh-CN" sz="2400">
                <a:solidFill>
                  <a:srgbClr val="111827"/>
                </a:solidFill>
              </a:rPr>
              <a:t>ciallo</a:t>
            </a:r>
            <a:r>
              <a:rPr lang="zh-CN" sz="2400">
                <a:solidFill>
                  <a:srgbClr val="111827"/>
                </a:solidFill>
              </a:rPr>
              <a:t>条件的案例说明判断过程</a:t>
            </a:r>
            <a:endParaRPr lang="zh-CN"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room">
  <a:themeElements>
    <a:clrScheme name="classroom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3B82F6"/>
      </a:accent2>
      <a:accent3>
        <a:srgbClr val="60A5FA"/>
      </a:accent3>
      <a:accent4>
        <a:srgbClr val="93C5FD"/>
      </a:accent4>
      <a:accent5>
        <a:srgbClr val="BFDBFE"/>
      </a:accent5>
      <a:accent6>
        <a:srgbClr val="DBEAFE"/>
      </a:accent6>
      <a:hlink>
        <a:srgbClr val="2563EB"/>
      </a:hlink>
      <a:folHlink>
        <a:srgbClr val="1D4ED8"/>
      </a:folHlink>
    </a:clrScheme>
    <a:fontScheme name="classroom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classro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/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Noto Sans CJK SC</vt:lpstr>
      <vt:lpstr>微软雅黑</vt:lpstr>
      <vt:lpstr>宋体</vt:lpstr>
      <vt:lpstr>Arial Unicode MS</vt:lpstr>
      <vt:lpstr>Calibri</vt:lpstr>
      <vt:lpstr>Liberation Sans</vt:lpstr>
      <vt:lpstr>Noto Serif CJK SC</vt:lpstr>
      <vt:lpstr>微软雅黑</vt:lpstr>
      <vt:lpstr>classroom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鸿岳</cp:lastModifiedBy>
  <cp:revision>1</cp:revision>
  <dcterms:created xsi:type="dcterms:W3CDTF">2026-09-19T03:47:51Z</dcterms:created>
  <dcterms:modified xsi:type="dcterms:W3CDTF">2026-09-19T03:47:51Z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0FFC087610F30EA4E705AE6AC997B53D_42</vt:lpwstr>
  </property>
  <property fmtid="{D5CDD505-2E9C-101B-9397-08002B2CF9AE}" pid="3" name="KSOProductBuildVer">
    <vt:lpwstr>2052-12.1.2.28080</vt:lpwstr>
  </property>
</Properties>
</file>