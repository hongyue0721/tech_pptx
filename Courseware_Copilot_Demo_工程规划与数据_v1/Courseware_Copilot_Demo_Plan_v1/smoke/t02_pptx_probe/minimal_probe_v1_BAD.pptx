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占位符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sz="3200" b="1"/>
              <a:t>STM32中断基础与优先级判断</a:t>
            </a:r>
          </a:p>
        </p:txBody>
      </p:sp>
      <p:sp>
        <p:nvSpPr>
          <p:cNvPr id="3" name="正文文本框"/>
          <p:cNvSpPr txBox="1"/>
          <p:nvPr/>
        </p:nvSpPr>
        <p:spPr>
          <a:xfrm>
            <a:off x="838200" y="1905000"/>
            <a:ext cx="10515600" cy="3200400"/>
          </a:xfrm>
          <a:prstGeom prst="rect">
            <a:avLst/>
          </a:prstGeom>
        </p:spPr>
        <p:txBody>
          <a:bodyPr/>
          <a:lstStyle/>
          <a:p>
            <a:r>
              <a:rPr lang="zh-CN" sz="2400"/>
              <a:t>1. 挂起状态与活动状态的区分</a:t>
            </a:r>
          </a:p>
          <a:p>
            <a:r>
              <a:rPr lang="zh-CN" sz="2400"/>
              <a:t>2. 优先级数值与紧迫性的关系</a:t>
            </a:r>
          </a:p>
          <a:p>
            <a:r>
              <a:rPr lang="zh-CN" sz="2400"/>
              <a:t>3. 抢占优先级与子优先级字段的作用</a:t>
            </a:r>
          </a:p>
        </p:txBody>
      </p:sp>
    </p:spTree>
  </p:cSld>
</p:sld>
</file>